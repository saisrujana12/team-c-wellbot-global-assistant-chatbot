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52" t="-1931" r="-4698" b="-651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2572" y="243350"/>
            <a:ext cx="18420572" cy="10043650"/>
          </a:xfrm>
          <a:custGeom>
            <a:avLst/>
            <a:gdLst/>
            <a:ahLst/>
            <a:cxnLst/>
            <a:rect r="r" b="b" t="t" l="l"/>
            <a:pathLst>
              <a:path h="10043650" w="18420572">
                <a:moveTo>
                  <a:pt x="0" y="0"/>
                </a:moveTo>
                <a:lnTo>
                  <a:pt x="18420572" y="0"/>
                </a:lnTo>
                <a:lnTo>
                  <a:pt x="18420572" y="10043650"/>
                </a:lnTo>
                <a:lnTo>
                  <a:pt x="0" y="10043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5" t="-8594" r="-3805" b="-242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9104"/>
            <a:ext cx="18288000" cy="10087896"/>
          </a:xfrm>
          <a:custGeom>
            <a:avLst/>
            <a:gdLst/>
            <a:ahLst/>
            <a:cxnLst/>
            <a:rect r="r" b="b" t="t" l="l"/>
            <a:pathLst>
              <a:path h="10087896" w="18288000">
                <a:moveTo>
                  <a:pt x="0" y="0"/>
                </a:moveTo>
                <a:lnTo>
                  <a:pt x="18288000" y="0"/>
                </a:lnTo>
                <a:lnTo>
                  <a:pt x="18288000" y="10087896"/>
                </a:lnTo>
                <a:lnTo>
                  <a:pt x="0" y="1008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03" t="-9184" r="-4503" b="-197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4859"/>
            <a:ext cx="18288000" cy="10132141"/>
          </a:xfrm>
          <a:custGeom>
            <a:avLst/>
            <a:gdLst/>
            <a:ahLst/>
            <a:cxnLst/>
            <a:rect r="r" b="b" t="t" l="l"/>
            <a:pathLst>
              <a:path h="10132141" w="18288000">
                <a:moveTo>
                  <a:pt x="0" y="0"/>
                </a:moveTo>
                <a:lnTo>
                  <a:pt x="18288000" y="0"/>
                </a:lnTo>
                <a:lnTo>
                  <a:pt x="18288000" y="10132141"/>
                </a:lnTo>
                <a:lnTo>
                  <a:pt x="0" y="1013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69" t="-8263" r="-4069" b="-152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3350"/>
            <a:ext cx="18288000" cy="10043650"/>
          </a:xfrm>
          <a:custGeom>
            <a:avLst/>
            <a:gdLst/>
            <a:ahLst/>
            <a:cxnLst/>
            <a:rect r="r" b="b" t="t" l="l"/>
            <a:pathLst>
              <a:path h="10043650" w="18288000">
                <a:moveTo>
                  <a:pt x="0" y="0"/>
                </a:moveTo>
                <a:lnTo>
                  <a:pt x="18288000" y="0"/>
                </a:lnTo>
                <a:lnTo>
                  <a:pt x="18288000" y="10043650"/>
                </a:lnTo>
                <a:lnTo>
                  <a:pt x="0" y="10043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6" t="-8484" r="-3496" b="-110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2897"/>
            <a:ext cx="18288000" cy="9944103"/>
          </a:xfrm>
          <a:custGeom>
            <a:avLst/>
            <a:gdLst/>
            <a:ahLst/>
            <a:cxnLst/>
            <a:rect r="r" b="b" t="t" l="l"/>
            <a:pathLst>
              <a:path h="9944103" w="18288000">
                <a:moveTo>
                  <a:pt x="0" y="0"/>
                </a:moveTo>
                <a:lnTo>
                  <a:pt x="18288000" y="0"/>
                </a:lnTo>
                <a:lnTo>
                  <a:pt x="18288000" y="9944103"/>
                </a:lnTo>
                <a:lnTo>
                  <a:pt x="0" y="994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8947" r="-3625" b="-200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DAHC4eNhPV4</dc:identifier>
  <dcterms:modified xsi:type="dcterms:W3CDTF">2011-08-01T06:04:30Z</dcterms:modified>
  <cp:revision>1</cp:revision>
</cp:coreProperties>
</file>